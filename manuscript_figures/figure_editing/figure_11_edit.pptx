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2776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4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C398-59EC-EC36-6F73-327162AEA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2244726"/>
            <a:ext cx="8458200" cy="4775200"/>
          </a:xfrm>
        </p:spPr>
        <p:txBody>
          <a:bodyPr anchor="b"/>
          <a:lstStyle>
            <a:lvl1pPr algn="ctr">
              <a:defRPr sz="55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B96C8-47B9-C651-2560-E05AE9485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0" y="7204076"/>
            <a:ext cx="8458200" cy="3311524"/>
          </a:xfrm>
        </p:spPr>
        <p:txBody>
          <a:bodyPr/>
          <a:lstStyle>
            <a:lvl1pPr marL="0" indent="0" algn="ctr">
              <a:buNone/>
              <a:defRPr sz="2220"/>
            </a:lvl1pPr>
            <a:lvl2pPr marL="422910" indent="0" algn="ctr">
              <a:buNone/>
              <a:defRPr sz="1850"/>
            </a:lvl2pPr>
            <a:lvl3pPr marL="845820" indent="0" algn="ctr">
              <a:buNone/>
              <a:defRPr sz="1665"/>
            </a:lvl3pPr>
            <a:lvl4pPr marL="1268730" indent="0" algn="ctr">
              <a:buNone/>
              <a:defRPr sz="1480"/>
            </a:lvl4pPr>
            <a:lvl5pPr marL="1691640" indent="0" algn="ctr">
              <a:buNone/>
              <a:defRPr sz="1480"/>
            </a:lvl5pPr>
            <a:lvl6pPr marL="2114550" indent="0" algn="ctr">
              <a:buNone/>
              <a:defRPr sz="1480"/>
            </a:lvl6pPr>
            <a:lvl7pPr marL="2537460" indent="0" algn="ctr">
              <a:buNone/>
              <a:defRPr sz="1480"/>
            </a:lvl7pPr>
            <a:lvl8pPr marL="2960370" indent="0" algn="ctr">
              <a:buNone/>
              <a:defRPr sz="1480"/>
            </a:lvl8pPr>
            <a:lvl9pPr marL="3383280" indent="0" algn="ctr">
              <a:buNone/>
              <a:defRPr sz="14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898A9-7419-050B-66B8-94923840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4405B-F741-A375-0661-E38D8245C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0583B-A492-A2F9-A1B6-F7E048BE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0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2DB8-0B36-8787-ED19-13579C10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538CE-2577-2271-1BD0-85EE734A4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826F5-D28D-4472-8608-19CB4498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2B26-0AD6-84A1-4F9D-240623E5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35185-0267-B0BB-B6CC-BB05BAC8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1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9FC3-673B-2B63-996F-16D55C1DC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461" y="3419477"/>
            <a:ext cx="9726930" cy="5705474"/>
          </a:xfrm>
        </p:spPr>
        <p:txBody>
          <a:bodyPr anchor="b"/>
          <a:lstStyle>
            <a:lvl1pPr>
              <a:defRPr sz="55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FF10C-0223-F045-CA27-EC09031BD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461" y="9178927"/>
            <a:ext cx="9726930" cy="3000374"/>
          </a:xfrm>
        </p:spPr>
        <p:txBody>
          <a:bodyPr/>
          <a:lstStyle>
            <a:lvl1pPr marL="0" indent="0">
              <a:buNone/>
              <a:defRPr sz="2220">
                <a:solidFill>
                  <a:schemeClr val="tx1">
                    <a:tint val="82000"/>
                  </a:schemeClr>
                </a:solidFill>
              </a:defRPr>
            </a:lvl1pPr>
            <a:lvl2pPr marL="422910" indent="0">
              <a:buNone/>
              <a:defRPr sz="1850">
                <a:solidFill>
                  <a:schemeClr val="tx1">
                    <a:tint val="82000"/>
                  </a:schemeClr>
                </a:solidFill>
              </a:defRPr>
            </a:lvl2pPr>
            <a:lvl3pPr marL="845820" indent="0">
              <a:buNone/>
              <a:defRPr sz="1665">
                <a:solidFill>
                  <a:schemeClr val="tx1">
                    <a:tint val="82000"/>
                  </a:schemeClr>
                </a:solidFill>
              </a:defRPr>
            </a:lvl3pPr>
            <a:lvl4pPr marL="126873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4pPr>
            <a:lvl5pPr marL="169164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5pPr>
            <a:lvl6pPr marL="211455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6pPr>
            <a:lvl7pPr marL="253746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7pPr>
            <a:lvl8pPr marL="296037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8pPr>
            <a:lvl9pPr marL="338328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448C5-E382-BFAF-3CB2-77CF1C331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5140A-CF24-88CD-9166-3840ECF22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9E933-3511-56FB-EBB2-CDBE25F2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7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7697-22D6-8926-EDA5-EA6EFB5F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44591-580A-DA6C-B641-351842C3D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5335" y="3651250"/>
            <a:ext cx="479298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886C-A0E4-AF77-9235-2606F2ECC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09285" y="3651250"/>
            <a:ext cx="479298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759C0-2BC3-032B-5673-DD399062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5F4EC-BCB6-8735-508F-14DB0D243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13D41-EFD1-1B01-E5A8-27954C15E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7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1B69-2A99-D202-510A-7704D983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04" y="730251"/>
            <a:ext cx="9726930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B0B95-DEC2-3A4A-7C1A-1056DCE76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04" y="3362326"/>
            <a:ext cx="4770953" cy="1647824"/>
          </a:xfrm>
        </p:spPr>
        <p:txBody>
          <a:bodyPr anchor="b"/>
          <a:lstStyle>
            <a:lvl1pPr marL="0" indent="0">
              <a:buNone/>
              <a:defRPr sz="2220" b="1"/>
            </a:lvl1pPr>
            <a:lvl2pPr marL="422910" indent="0">
              <a:buNone/>
              <a:defRPr sz="1850" b="1"/>
            </a:lvl2pPr>
            <a:lvl3pPr marL="845820" indent="0">
              <a:buNone/>
              <a:defRPr sz="1665" b="1"/>
            </a:lvl3pPr>
            <a:lvl4pPr marL="1268730" indent="0">
              <a:buNone/>
              <a:defRPr sz="1480" b="1"/>
            </a:lvl4pPr>
            <a:lvl5pPr marL="1691640" indent="0">
              <a:buNone/>
              <a:defRPr sz="1480" b="1"/>
            </a:lvl5pPr>
            <a:lvl6pPr marL="2114550" indent="0">
              <a:buNone/>
              <a:defRPr sz="1480" b="1"/>
            </a:lvl6pPr>
            <a:lvl7pPr marL="2537460" indent="0">
              <a:buNone/>
              <a:defRPr sz="1480" b="1"/>
            </a:lvl7pPr>
            <a:lvl8pPr marL="2960370" indent="0">
              <a:buNone/>
              <a:defRPr sz="1480" b="1"/>
            </a:lvl8pPr>
            <a:lvl9pPr marL="3383280" indent="0">
              <a:buNone/>
              <a:defRPr sz="1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F0B2F-AE2D-E120-5EDA-06A76BD4E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6804" y="5010150"/>
            <a:ext cx="4770953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8514C-901E-DAC8-9C5F-4B74B6F75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09285" y="3362326"/>
            <a:ext cx="4794449" cy="1647824"/>
          </a:xfrm>
        </p:spPr>
        <p:txBody>
          <a:bodyPr anchor="b"/>
          <a:lstStyle>
            <a:lvl1pPr marL="0" indent="0">
              <a:buNone/>
              <a:defRPr sz="2220" b="1"/>
            </a:lvl1pPr>
            <a:lvl2pPr marL="422910" indent="0">
              <a:buNone/>
              <a:defRPr sz="1850" b="1"/>
            </a:lvl2pPr>
            <a:lvl3pPr marL="845820" indent="0">
              <a:buNone/>
              <a:defRPr sz="1665" b="1"/>
            </a:lvl3pPr>
            <a:lvl4pPr marL="1268730" indent="0">
              <a:buNone/>
              <a:defRPr sz="1480" b="1"/>
            </a:lvl4pPr>
            <a:lvl5pPr marL="1691640" indent="0">
              <a:buNone/>
              <a:defRPr sz="1480" b="1"/>
            </a:lvl5pPr>
            <a:lvl6pPr marL="2114550" indent="0">
              <a:buNone/>
              <a:defRPr sz="1480" b="1"/>
            </a:lvl6pPr>
            <a:lvl7pPr marL="2537460" indent="0">
              <a:buNone/>
              <a:defRPr sz="1480" b="1"/>
            </a:lvl7pPr>
            <a:lvl8pPr marL="2960370" indent="0">
              <a:buNone/>
              <a:defRPr sz="1480" b="1"/>
            </a:lvl8pPr>
            <a:lvl9pPr marL="3383280" indent="0">
              <a:buNone/>
              <a:defRPr sz="1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8231C-FCAA-0B9F-47B6-C3ED65002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09285" y="5010150"/>
            <a:ext cx="4794449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51FB02-90D2-7833-AF78-848E2EEC1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6FDAE-3F19-B95A-3924-3C20F67E7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7647E5-A2E0-AAA9-F415-6C088B080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46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613E-84B9-D2F0-5982-6B340A51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97DD4B-64FE-7A5B-8604-78590911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401A0-C6AF-00C3-11C1-70792CD2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F1A92-B420-F0C0-063A-E95F88D4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0935A-BEF7-79A0-EB3E-20A961C9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5AEA3-8317-5C27-CE28-E0ED9869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DC87D-C2A7-BDE5-7806-0014C1DD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17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118C-3273-F2F5-297A-75D7E9FAF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04" y="914400"/>
            <a:ext cx="3637319" cy="3200400"/>
          </a:xfrm>
        </p:spPr>
        <p:txBody>
          <a:bodyPr anchor="b"/>
          <a:lstStyle>
            <a:lvl1pPr>
              <a:defRPr sz="29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0E989-96E8-21AA-817A-C5E66D93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449" y="1974851"/>
            <a:ext cx="5709285" cy="9747250"/>
          </a:xfrm>
        </p:spPr>
        <p:txBody>
          <a:bodyPr/>
          <a:lstStyle>
            <a:lvl1pPr>
              <a:defRPr sz="2960"/>
            </a:lvl1pPr>
            <a:lvl2pPr>
              <a:defRPr sz="2590"/>
            </a:lvl2pPr>
            <a:lvl3pPr>
              <a:defRPr sz="2220"/>
            </a:lvl3pPr>
            <a:lvl4pPr>
              <a:defRPr sz="1850"/>
            </a:lvl4pPr>
            <a:lvl5pPr>
              <a:defRPr sz="1850"/>
            </a:lvl5pPr>
            <a:lvl6pPr>
              <a:defRPr sz="1850"/>
            </a:lvl6pPr>
            <a:lvl7pPr>
              <a:defRPr sz="1850"/>
            </a:lvl7pPr>
            <a:lvl8pPr>
              <a:defRPr sz="1850"/>
            </a:lvl8pPr>
            <a:lvl9pPr>
              <a:defRPr sz="1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7F5A7-548C-8526-D8C6-3F28D9203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6804" y="4114800"/>
            <a:ext cx="3637319" cy="7623176"/>
          </a:xfrm>
        </p:spPr>
        <p:txBody>
          <a:bodyPr/>
          <a:lstStyle>
            <a:lvl1pPr marL="0" indent="0">
              <a:buNone/>
              <a:defRPr sz="1480"/>
            </a:lvl1pPr>
            <a:lvl2pPr marL="422910" indent="0">
              <a:buNone/>
              <a:defRPr sz="1295"/>
            </a:lvl2pPr>
            <a:lvl3pPr marL="845820" indent="0">
              <a:buNone/>
              <a:defRPr sz="1110"/>
            </a:lvl3pPr>
            <a:lvl4pPr marL="1268730" indent="0">
              <a:buNone/>
              <a:defRPr sz="925"/>
            </a:lvl4pPr>
            <a:lvl5pPr marL="1691640" indent="0">
              <a:buNone/>
              <a:defRPr sz="925"/>
            </a:lvl5pPr>
            <a:lvl6pPr marL="2114550" indent="0">
              <a:buNone/>
              <a:defRPr sz="925"/>
            </a:lvl6pPr>
            <a:lvl7pPr marL="2537460" indent="0">
              <a:buNone/>
              <a:defRPr sz="925"/>
            </a:lvl7pPr>
            <a:lvl8pPr marL="2960370" indent="0">
              <a:buNone/>
              <a:defRPr sz="925"/>
            </a:lvl8pPr>
            <a:lvl9pPr marL="3383280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F8BB7-5CA0-91E3-BE27-01F631DE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6647F-AC08-74EF-BF16-03C36A65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7D18F-B822-94E3-85D6-F9BA6570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2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1F35-A334-B254-5B7A-4A534106A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04" y="914400"/>
            <a:ext cx="3637319" cy="3200400"/>
          </a:xfrm>
        </p:spPr>
        <p:txBody>
          <a:bodyPr anchor="b"/>
          <a:lstStyle>
            <a:lvl1pPr>
              <a:defRPr sz="29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B6B0E-FB99-F09D-AB86-A0CC55CFCC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449" y="1974851"/>
            <a:ext cx="5709285" cy="9747250"/>
          </a:xfrm>
        </p:spPr>
        <p:txBody>
          <a:bodyPr/>
          <a:lstStyle>
            <a:lvl1pPr marL="0" indent="0">
              <a:buNone/>
              <a:defRPr sz="2960"/>
            </a:lvl1pPr>
            <a:lvl2pPr marL="422910" indent="0">
              <a:buNone/>
              <a:defRPr sz="2590"/>
            </a:lvl2pPr>
            <a:lvl3pPr marL="845820" indent="0">
              <a:buNone/>
              <a:defRPr sz="2220"/>
            </a:lvl3pPr>
            <a:lvl4pPr marL="1268730" indent="0">
              <a:buNone/>
              <a:defRPr sz="1850"/>
            </a:lvl4pPr>
            <a:lvl5pPr marL="1691640" indent="0">
              <a:buNone/>
              <a:defRPr sz="1850"/>
            </a:lvl5pPr>
            <a:lvl6pPr marL="2114550" indent="0">
              <a:buNone/>
              <a:defRPr sz="1850"/>
            </a:lvl6pPr>
            <a:lvl7pPr marL="2537460" indent="0">
              <a:buNone/>
              <a:defRPr sz="1850"/>
            </a:lvl7pPr>
            <a:lvl8pPr marL="2960370" indent="0">
              <a:buNone/>
              <a:defRPr sz="1850"/>
            </a:lvl8pPr>
            <a:lvl9pPr marL="3383280" indent="0">
              <a:buNone/>
              <a:defRPr sz="18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6BD07-D260-C26C-EB74-A477B5144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6804" y="4114800"/>
            <a:ext cx="3637319" cy="7623176"/>
          </a:xfrm>
        </p:spPr>
        <p:txBody>
          <a:bodyPr/>
          <a:lstStyle>
            <a:lvl1pPr marL="0" indent="0">
              <a:buNone/>
              <a:defRPr sz="1480"/>
            </a:lvl1pPr>
            <a:lvl2pPr marL="422910" indent="0">
              <a:buNone/>
              <a:defRPr sz="1295"/>
            </a:lvl2pPr>
            <a:lvl3pPr marL="845820" indent="0">
              <a:buNone/>
              <a:defRPr sz="1110"/>
            </a:lvl3pPr>
            <a:lvl4pPr marL="1268730" indent="0">
              <a:buNone/>
              <a:defRPr sz="925"/>
            </a:lvl4pPr>
            <a:lvl5pPr marL="1691640" indent="0">
              <a:buNone/>
              <a:defRPr sz="925"/>
            </a:lvl5pPr>
            <a:lvl6pPr marL="2114550" indent="0">
              <a:buNone/>
              <a:defRPr sz="925"/>
            </a:lvl6pPr>
            <a:lvl7pPr marL="2537460" indent="0">
              <a:buNone/>
              <a:defRPr sz="925"/>
            </a:lvl7pPr>
            <a:lvl8pPr marL="2960370" indent="0">
              <a:buNone/>
              <a:defRPr sz="925"/>
            </a:lvl8pPr>
            <a:lvl9pPr marL="3383280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E0510-E369-F285-27EA-1149615A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1210A-D447-F9A2-CA76-621FA4F6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7C08D-BAF9-027E-CA18-B2922FFB9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38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6EECC-7680-83D4-F896-4722EF8C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A1D6B-9774-D74B-B4EE-6BC6B7151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96C21-3067-6713-859F-5AE6CFB8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86EC9-0CC2-D08F-60B8-48B2B22D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E177-8AEE-22A9-F492-0C85C4F7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45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F9D6AB-C433-FBD5-F0A3-82DE6DB5F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70532" y="730250"/>
            <a:ext cx="243173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059E0-004C-409B-8A15-3C84D450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5335" y="730250"/>
            <a:ext cx="715422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EFC39-0BE1-3474-922C-5ABB1E75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B9A4B-D6F1-B5BA-A6D9-FDDADB58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6C4AD-3A0C-9704-7BA5-C633B074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2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BADCA-EC21-9036-AD73-155EF0C0F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730251"/>
            <a:ext cx="972693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1C5D-BE47-03EC-B4CA-E23C4843A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5335" y="3651250"/>
            <a:ext cx="972693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35D5F-24B1-4BB7-5EB6-824DA3C91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5335" y="12712701"/>
            <a:ext cx="253746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29F30-F317-4EBD-AD0E-68A8BBED546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181E5-7EB1-26DC-5721-EA8423342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35705" y="12712701"/>
            <a:ext cx="380619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E580D-A7C6-A7CE-C5F0-712E64A64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64805" y="12712701"/>
            <a:ext cx="253746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1A6C6-A67F-4AB9-85D6-A981EFE64A1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44CE66-8C3E-AAC5-8374-D3E21A29C28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548813" y="63500"/>
            <a:ext cx="1700212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Unclassified - Non-Classifié</a:t>
            </a:r>
          </a:p>
        </p:txBody>
      </p:sp>
    </p:spTree>
    <p:extLst>
      <p:ext uri="{BB962C8B-B14F-4D97-AF65-F5344CB8AC3E}">
        <p14:creationId xmlns:p14="http://schemas.microsoft.com/office/powerpoint/2010/main" val="259974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45820" rtl="0" eaLnBrk="1" latinLnBrk="0" hangingPunct="1">
        <a:lnSpc>
          <a:spcPct val="90000"/>
        </a:lnSpc>
        <a:spcBef>
          <a:spcPct val="0"/>
        </a:spcBef>
        <a:buNone/>
        <a:defRPr sz="40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455" indent="-211455" algn="l" defTabSz="845820" rtl="0" eaLnBrk="1" latinLnBrk="0" hangingPunct="1">
        <a:lnSpc>
          <a:spcPct val="90000"/>
        </a:lnSpc>
        <a:spcBef>
          <a:spcPts val="925"/>
        </a:spcBef>
        <a:buFont typeface="Arial" panose="020B0604020202020204" pitchFamily="34" charset="0"/>
        <a:buChar char="•"/>
        <a:defRPr sz="2590" kern="1200">
          <a:solidFill>
            <a:schemeClr val="tx1"/>
          </a:solidFill>
          <a:latin typeface="+mn-lt"/>
          <a:ea typeface="+mn-ea"/>
          <a:cs typeface="+mn-cs"/>
        </a:defRPr>
      </a:lvl1pPr>
      <a:lvl2pPr marL="634365" indent="-211455" algn="l" defTabSz="84582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2pPr>
      <a:lvl3pPr marL="1057275" indent="-211455" algn="l" defTabSz="84582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480185" indent="-211455" algn="l" defTabSz="84582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903095" indent="-211455" algn="l" defTabSz="84582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326005" indent="-211455" algn="l" defTabSz="84582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748915" indent="-211455" algn="l" defTabSz="84582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3171825" indent="-211455" algn="l" defTabSz="84582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594735" indent="-211455" algn="l" defTabSz="84582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1pPr>
      <a:lvl2pPr marL="42291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2pPr>
      <a:lvl3pPr marL="84582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3pPr>
      <a:lvl4pPr marL="126873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69164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11455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53746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296037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38328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12EB730-8F83-501D-FE64-479178498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33"/>
          <a:stretch/>
        </p:blipFill>
        <p:spPr>
          <a:xfrm>
            <a:off x="19050" y="133360"/>
            <a:ext cx="9688830" cy="11296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B9D54D-2CFF-B2A4-0428-35CDBA89D281}"/>
              </a:ext>
            </a:extLst>
          </p:cNvPr>
          <p:cNvSpPr txBox="1"/>
          <p:nvPr/>
        </p:nvSpPr>
        <p:spPr>
          <a:xfrm>
            <a:off x="9707880" y="381000"/>
            <a:ext cx="144018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447E91-4AA1-9400-7A30-83C82E0D9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180" y="4643554"/>
            <a:ext cx="1559354" cy="1955800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3CC19BC0-3BA9-1ADE-CE6A-FFD3EF6F5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96" r="1750" b="89039"/>
          <a:stretch/>
        </p:blipFill>
        <p:spPr>
          <a:xfrm>
            <a:off x="9568180" y="3054350"/>
            <a:ext cx="1747520" cy="158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6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McLean, Luke (DFO/MPO)</dc:creator>
  <cp:lastModifiedBy>McLean, Luke (DFO/MPO)</cp:lastModifiedBy>
  <cp:revision>1</cp:revision>
  <dcterms:created xsi:type="dcterms:W3CDTF">2026-05-19T14:39:19Z</dcterms:created>
  <dcterms:modified xsi:type="dcterms:W3CDTF">2026-05-19T14:45:03Z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e6cdb53-fd15-486d-84de-c510e3a62203_Enabled">
    <vt:lpwstr>true</vt:lpwstr>
  </property>
  <property fmtid="{D5CDD505-2E9C-101B-9397-08002B2CF9AE}" pid="3" name="MSIP_Label_4e6cdb53-fd15-486d-84de-c510e3a62203_SetDate">
    <vt:lpwstr>2026-05-19T14:44:01Z</vt:lpwstr>
  </property>
  <property fmtid="{D5CDD505-2E9C-101B-9397-08002B2CF9AE}" pid="4" name="MSIP_Label_4e6cdb53-fd15-486d-84de-c510e3a62203_Method">
    <vt:lpwstr>Standard</vt:lpwstr>
  </property>
  <property fmtid="{D5CDD505-2E9C-101B-9397-08002B2CF9AE}" pid="5" name="MSIP_Label_4e6cdb53-fd15-486d-84de-c510e3a62203_Name">
    <vt:lpwstr>UNCLASSIFIED - NON-CLASSIFIÉ</vt:lpwstr>
  </property>
  <property fmtid="{D5CDD505-2E9C-101B-9397-08002B2CF9AE}" pid="6" name="MSIP_Label_4e6cdb53-fd15-486d-84de-c510e3a62203_SiteId">
    <vt:lpwstr>1594fdae-a1d9-4405-915d-011467234338</vt:lpwstr>
  </property>
  <property fmtid="{D5CDD505-2E9C-101B-9397-08002B2CF9AE}" pid="7" name="MSIP_Label_4e6cdb53-fd15-486d-84de-c510e3a62203_ActionId">
    <vt:lpwstr>75ebb09d-df2c-47a5-8d5b-c52052bb268e</vt:lpwstr>
  </property>
  <property fmtid="{D5CDD505-2E9C-101B-9397-08002B2CF9AE}" pid="8" name="MSIP_Label_4e6cdb53-fd15-486d-84de-c510e3a62203_ContentBits">
    <vt:lpwstr>1</vt:lpwstr>
  </property>
  <property fmtid="{D5CDD505-2E9C-101B-9397-08002B2CF9AE}" pid="9" name="MSIP_Label_4e6cdb53-fd15-486d-84de-c510e3a62203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Unclassified - Non-Classifié</vt:lpwstr>
  </property>
</Properties>
</file>